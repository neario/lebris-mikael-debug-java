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www.w3schools.com/java/java_list.asp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9475" y="702425"/>
            <a:ext cx="51942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5084"/>
              <a:buNone/>
            </a:pPr>
            <a:r>
              <a:rPr lang="fr" sz="3300"/>
              <a:t>Debugger une application Java</a:t>
            </a:r>
            <a:endParaRPr sz="3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49475" y="2297875"/>
            <a:ext cx="5194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10526"/>
              <a:buNone/>
            </a:pPr>
            <a:r>
              <a:rPr lang="fr"/>
              <a:t>Une mission visant à récupérer une liste de symptômes depuis un document texte, à calculer la fréquence d’apparition de chacun, à enregistrer les résultats dans une liste ordonnée afin de ressortir cette liste dans un document result.out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4499" y="0"/>
            <a:ext cx="34195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0" y="1650950"/>
            <a:ext cx="2462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500">
                <a:solidFill>
                  <a:schemeClr val="accent1"/>
                </a:solidFill>
              </a:rPr>
              <a:t>Lancement de l’application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fr" sz="1600"/>
              <a:t>	</a:t>
            </a:r>
            <a:r>
              <a:rPr lang="fr" sz="1500"/>
              <a:t>L’application génère bien le fichier result.out cependant, elle ne permet de traiter que trois symptômes et retourne systématiquement une valeur 0</a:t>
            </a:r>
            <a:endParaRPr sz="150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7350" y="99525"/>
            <a:ext cx="4166659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4294967295" type="ctrTitle"/>
          </p:nvPr>
        </p:nvSpPr>
        <p:spPr>
          <a:xfrm>
            <a:off x="0" y="287025"/>
            <a:ext cx="49245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Arial"/>
              <a:buNone/>
            </a:pPr>
            <a:r>
              <a:rPr b="0" i="0" lang="fr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1: Analyse et correction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394350" y="1650950"/>
            <a:ext cx="2583000" cy="3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Compréhension des erreurs</a:t>
            </a:r>
            <a:endParaRPr b="0" i="0" sz="15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fr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Deux variables pour compter les maux de tête et celle qui est incrémenter n’est pas utiliser pour le fichier final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fr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Erreur d’orthographe sur le mot “rash” en “rush”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fr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Plusieurs symptômes liés au pupilles, ici on cherche à compter “dilated pupils”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26775" y="676650"/>
            <a:ext cx="369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>
                <a:solidFill>
                  <a:schemeClr val="accent1"/>
                </a:solidFill>
              </a:rPr>
              <a:t>Correction</a:t>
            </a:r>
            <a:endParaRPr>
              <a:solidFill>
                <a:schemeClr val="accent1"/>
              </a:solidFill>
            </a:endParaRPr>
          </a:p>
          <a:p>
            <a:pPr indent="-32333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92"/>
              <a:buAutoNum type="arabicPeriod"/>
            </a:pPr>
            <a:r>
              <a:rPr lang="fr" sz="1491"/>
              <a:t>J’ai retiré les variables inutiles et j’ai choisis d’incrémenter la variable static headacheCount </a:t>
            </a:r>
            <a:endParaRPr sz="1491"/>
          </a:p>
          <a:p>
            <a:pPr indent="-3233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92"/>
              <a:buAutoNum type="arabicPeriod"/>
            </a:pPr>
            <a:r>
              <a:rPr lang="fr" sz="1491"/>
              <a:t>j’ai corriger l’orthographe du mot “rash”’</a:t>
            </a:r>
            <a:endParaRPr sz="1491"/>
          </a:p>
          <a:p>
            <a:pPr indent="-3233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92"/>
              <a:buAutoNum type="arabicPeriod"/>
            </a:pPr>
            <a:r>
              <a:rPr lang="fr" sz="1491"/>
              <a:t>j’ai strictement rechercher les symptômes égale à “dilated pupils”</a:t>
            </a:r>
            <a:endParaRPr sz="1491"/>
          </a:p>
          <a:p>
            <a:pPr indent="-3233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92"/>
              <a:buAutoNum type="arabicPeriod"/>
            </a:pPr>
            <a:r>
              <a:rPr lang="fr" sz="1491"/>
              <a:t>Pour plus de visibilité j’ai retirer les commentaires que je jugeais pas pertinents</a:t>
            </a:r>
            <a:endParaRPr sz="1491"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6075" y="307725"/>
            <a:ext cx="4867925" cy="42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4294967295" type="ctrTitle"/>
          </p:nvPr>
        </p:nvSpPr>
        <p:spPr>
          <a:xfrm>
            <a:off x="0" y="287025"/>
            <a:ext cx="91440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Arial"/>
              <a:buNone/>
            </a:pPr>
            <a:r>
              <a:rPr b="0" i="0" lang="fr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2: Interface pour l’écriture des données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19025" y="913900"/>
            <a:ext cx="4629900" cy="129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300" y="1197600"/>
            <a:ext cx="226600" cy="22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747725" y="1080050"/>
            <a:ext cx="2454600" cy="461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Création de l’interface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25" y="1667822"/>
            <a:ext cx="4629901" cy="54507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219025" y="2482075"/>
            <a:ext cx="4629900" cy="129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025" y="3083850"/>
            <a:ext cx="4629901" cy="1607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300" y="2739700"/>
            <a:ext cx="226600" cy="22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832175" y="2622150"/>
            <a:ext cx="3148200" cy="461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Implémentation de l’interface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294550" y="1412375"/>
            <a:ext cx="3225000" cy="28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b="0" i="0" lang="fr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Création de l’interface avec la définition de la méthode symptomsWriterFile avec la propriété attendu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b="0" i="0" lang="fr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Implémentation de la méthode avec l’interface , qu’on définit . La méthode boucle sur une liste (une Map) et pour chaque entrée elle récupère la clé et la valeur , afin d’écrire dans qui sera donnée lors de l'instanciation de la classe dans le Main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265500" y="1757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/>
              <a:t>Phase 3 : Refactorisation</a:t>
            </a:r>
            <a:endParaRPr/>
          </a:p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rPr lang="fr"/>
              <a:t>On souhaite refactoriser notre classe AnalyticsCounter en une classe métier/utilitaire découpé en plusieurs méthode : 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getSymptoms, récupére sous forme de List tous les symptômes (y compris les doublons , pratique ensuite pour les compter)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countSymptoms, grâce à la list précédente, créer une Hashmap vide , pour chaque valeur de la liste creer une clef équivalente si elle n’est déjà dans le Hashmap ayant comme valeur “1” , sinon si elle existe déjà , s'incrémente de 1 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sortSymptoms permet d’ordonner la Map précédente en créant une nouvelle Map TreeMap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writeSymptoms permet de faire appel à la méthode symptomsWriterFile définit précédemment dans la classe WriteSymptomDataToFile</a:t>
            </a:r>
            <a:endParaRPr/>
          </a:p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78925"/>
            <a:ext cx="4572001" cy="306388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4939500" y="4471275"/>
            <a:ext cx="4154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Ressource sur les listes Java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265500" y="1233175"/>
            <a:ext cx="40452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/>
              <a:t>Phase 4 : Main</a:t>
            </a:r>
            <a:endParaRPr/>
          </a:p>
        </p:txBody>
      </p:sp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265500" y="247075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fr"/>
              <a:t>Création de la classe Main et de sa méthode main afin de pouvoir lancer l’application en utilisant les méthode dans la classe utilitaire AnalyticsCounter et écriture de la JavaDoc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0475"/>
            <a:ext cx="4571999" cy="2730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